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</a:defRPr>
            </a:pPr>
            <a:r>
              <a:t>Sau Paper 1: từ measurement gap</a:t>
            </a:r>
            <a:br/>
            <a:r>
              <a:t>đến decision consequence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Research direction · Paper 2 &amp; 3 (hypothesis-driven)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Paper 1 — recap (30 giây)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Benchmark thường: một episode → completion / scalar score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Một episode không trực tiếp test: nếu determining state D đổi, agent có reflect state mới không?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Protocol: giữ instruction, interface, judge; chỉ perturb D (paired G₀, G₁)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Tách ba property: completion · state tracking · score sensitivity / attachment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Ba thứ không đồng nhất (Type A / score-sensitive / high-score miss)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Kết luận Paper 1 — claim hẹp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Không phải: “Benchmark này broken.”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Mà: High score không certify agent đã grounded vào determining state hiện tại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Completion, tracking, score attachment = các property có thể tách biệt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E6B9E"/>
                </a:solidFill>
              </a:defRPr>
            </a:pPr>
            <a:r>
              <a:t>Phenomenon discovery — chưa trả lời “for what?”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Câu hỏi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Không phải: “Em sẽ đề xuất metric mới.”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Mà: Measurement gap có ảnh hưởng quyết định chọn agent để deploy không?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Benchmark được dùng để: so sánh · chọn model · claim capability · quyết deploy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→ Test decision consequence trước khi xây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Research arc (3 bước)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1 — Discovery: Is there a measurement gap?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2 — Consequence: Does the gap affect which agent we choose?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3 — Solution: How should we evaluate? (chỉ nếu Paper 2 đứng)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discover → establish consequence → build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Paper 2 — preview (decision)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Quyết định: chọn 1 CUA cho môi trường stateful / state thay đổi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Rule 1 — Winner_Score = argmax average benchmark score trên G₀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Rule 2 — Winner_STS = argmax state tracking trên paired interventions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Primary question: Hai winner có cùng một agent không?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Paper 3 — preview (conditional)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Chỉ justified nếu Paper 2 có selection consequence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Primitive: State-grounded reliability không establish từ một episode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Cần controlled perturbation của determining state D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Protocol layer cho lab / benchmark maintainer — không rank mọi CUA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Analog: clean accuracy vs robustness (perturb input)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Arc — one-liner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1: Does a score tell us what the agent tracked?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2: Does getting that wrong change which agent we choose?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3: How should we evaluate once one episode is insufficient?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E6B9E"/>
                </a:solidFill>
              </a:defRPr>
            </a:pPr>
            <a:r>
              <a:t>→ Part 2: Paper 2 như decision experiment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Paper 2 — central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Does benchmark success identify the agent that tracks changing state best?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Phản biện cần test: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“Score imperfect, nhưng agent score cao vẫn là agent đáng deploy.”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Operational: argmax S̄⁰  ?=  argmax STS  (cùng analysis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Paper 1 vs Paper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46304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Paper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Paper 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Mục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Tách completion / tracking / ΔS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Hai decision rule có chọn cùng agent?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Type A, sensitive, Type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Top-1 selection disagreement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Loại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Benchmark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Decision experiment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Ví dụ trực giác (hypothetical — chưa phải kết quả)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46304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Benchmark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Không giả định inversion trước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1: exploratory signal — không confirmatory ranking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2: fresh pre-specified task universe T_confirmatory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1’s 10 tasks: replay pilot Layer A only — không vào confirmatory rank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Agent set M: sealed IDs trước khi chạy — không drop sau outcome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Layer A — Calibration /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Score cao có predict P(track = 1) cao hơn không?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Across paired cells: S → tracking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Null mạnh nếu align tốt: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→ Gap tồn tại ở episode level nhưng aggregate score vẫn informative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Correlation thấp ≠ contribution cuối (chưa đổi top-1)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Layer B — Selection (primary)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M_score = argmax_M  S̄⁰(M)   — base leg only, như leaderboard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M_STS  = argmax_M  STS(M)  — cùng valid-pair analysis set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Primary outcome: M_score  ?=  M_STS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Không average S⁰ và S¹ vào “success score”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n_min = 3 valid pairs để vào argmax; zero valid = execution coverage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Các scenario (đều publishable)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1. Align: top-1 giống → gap chưa có decision harm rõ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2. Calibration yếu, top-1 giống → measurement ≠ decision (middle)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3. Top-1 khác → có thể chọn sai agent (strongest)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4. (exploratory) Rank khác theo state family → cần profile, không một scalar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Đơn vị thí nghiệm (M, T, 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G₁ = I(G₀): chỉ determining set D đổi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Giữ: instruction · UI · task structure · judge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Đo: completion · STS (typed D, guest gold) · S⁰, S¹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ΔS = score attachment audit — không phải reliability metric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Cross-agent &amp; cross-task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Agents: ≥4, sealed trước run; không publish subset invert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Tasks: universe T mới — eligibility rule trong PAPER2_SPEC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Stratify state families: numeric · categorical · aggregation · temporal · joint · entity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N suy ra từ frozen rule — không KPI “30 task × 5 model”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Primary: 1 CF/task; ~25% subset thêm G₂ (robustness check)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Intervention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1: designed role ≠ observed class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2: intervention gold-moving + identifiable — outcome do experiment quyết định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Không “trap benchmark” / không design để ép Type 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Frozen trước khi chạy (PAPER2_SPEC.md)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1. Primary hypothesis (top-1 disagreement)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2. Target deployment decision (chọn 1 CUA stateful)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3. Agent inclusion rule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4. Task / state-family inclusion rule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5. STS + S̄⁰ definition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6. Selection disagreement + null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E6B9E"/>
                </a:solidFill>
              </a:defRPr>
            </a:pPr>
            <a:r>
              <a:t>Chưa chạy cell mới — bước tiếp: sealed M và 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Primitive (thesis sâu hơn metric)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State-grounded reliability cannot be established from one realized episode.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Need: controlled perturbation of determining state D.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Reporting task success alone may be insufficient for stateful deployment.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STS = quantity sau khi chấp nhận primitive — không phải “metric vì hay”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Câu hỏi cho anh Khải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Arc Paper 1 → 2 → 3 có đủ lớn và đúng “for what?” không?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Paper 2 (top-1 disagreement trên frozen universe) có đủ decision utility không?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Em có cần deployment consequence mạnh hơn trước khi chạy — hay Level 3 để sau?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Em sẵn sàng nhận null nếu score vẫn đủ chọn agent — nhưng muốn test fair trước.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